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ode\xiaodao\.tmp\opensre-ppt-review\slide-05-3840x21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ode\xiaodao\.tmp\opensre-ppt-review\slide-06-3840x21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ode\xiaodao\.tmp\opensre-ppt-review\slide-07-3840x21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D:\code\xiaodao\.tmp\opensre-ppt-review\slide-08-3840x216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Huawei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OpenSRE：开源的线上故障定位 Agent 框架</dc:title>
  <dc:subject>OpenSRE 四页介绍</dc:subject>
  <dc:creator>OpenAI Codex</dc:creator>
  <cp:lastModifiedBy>OpenAI Codex</cp:lastModifiedBy>
  <cp:revision>1</cp:revision>
  <dcterms:created xsi:type="dcterms:W3CDTF">2026-07-30T09:32:32Z</dcterms:created>
  <dcterms:modified xsi:type="dcterms:W3CDTF">2026-07-30T09:32:32Z</dcterms:modified>
</cp:coreProperties>
</file>